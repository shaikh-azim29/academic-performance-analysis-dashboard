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Academic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CC2"/>
                </a:solidFill>
                <a:latin typeface="Calibri"/>
              </a:rPr>
              <a:t>Analysis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C040"/>
                </a:solidFill>
                <a:latin typeface="Calibri"/>
              </a:rPr>
              <a:t>APAD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 full-stack academic performance tracking system
built with PHP, MySQL, HTML/CSS &amp;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0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C2"/>
                </a:solidFill>
                <a:latin typeface="Calibri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🖥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HTML5 · CSS3 · Vanilla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📊 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Chart.js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⚙ 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PHP 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🗄 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MySQL / MariaDB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🔌 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XAMPP (Apache + MySQL)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🎨  Icons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Phosphor Icons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438912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Track and analyze student academic performance across subjects, semesters, and departments with role-based access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88720"/>
            <a:ext cx="2743200" cy="43891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👥 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96596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Supports Admin users (full system access) and regular Users (manage own enrolled students and data only).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743200" cy="43891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📈  Core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Auto-generates graded performance reports with smart grading (A+ to F) from recorded marks — no manual calculation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188720"/>
            <a:ext cx="2743200" cy="43891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🔒 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Session-based authentication, server + client-side validation, and BCRYPT password hashing throughout.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Register · Login · Logout
with secure 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Admin full access vs
User own-data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Student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Dept · Semester tracking
with full CRUD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Records 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7451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Marks · Exam type · Date
Remarks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39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57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Stat cards + Chart.js
Bar &amp; Doughnut charts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520439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657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Auto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2062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Performance reports
with auto grading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20439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657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Smart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062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Multi-field filters on
all listing 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520439"/>
            <a:ext cx="2697480" cy="20116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657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C2"/>
                </a:solidFill>
                <a:latin typeface="Calibri"/>
              </a:rPr>
              <a:t>Dark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2062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Glassmorphism cards
Responsive sidebar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6517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916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id  ·  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3500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email  (unique)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666744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password  (BCRYPT)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3251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role  → admin /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solidFill>
            <a:srgbClr val="0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students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600200"/>
            <a:ext cx="26517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6916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id  ·  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3500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student_code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666744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3251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semester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498347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enrolled_by  → users.id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00200"/>
            <a:ext cx="26517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6916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id  ·  Primary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3500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student_id  → students.id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subject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666744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marks  /  max_marks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3251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exam_type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98347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exam_date  ·  remarks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143000"/>
            <a:ext cx="2651760" cy="4572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600200"/>
            <a:ext cx="26517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16916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id  ·  Primary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3500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student_id  → students.id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avg_percentage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666744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grade  (A+ … 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432511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performance_status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98347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generated_by  → users.id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C0"/>
                </a:solidFill>
                <a:latin typeface="Calibri"/>
              </a:rPr>
              <a:t>students.enrolled_by ───► users.id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989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C0"/>
                </a:solidFill>
                <a:latin typeface="Calibri"/>
              </a:rPr>
              <a:t>records.student_id ───► students.id    ·    reports.student_id ───► students.id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Folder Structure 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120640" cy="48463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C2"/>
                </a:solidFill>
                <a:latin typeface="Calibri"/>
              </a:rPr>
              <a:t>📁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CC2"/>
                </a:solidFill>
                <a:latin typeface="Consolas"/>
              </a:rPr>
              <a:t>ajim/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admin/          all_records ·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23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assets/css/     style.css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169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auth/           login · logout ·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config/         db · schema.sql ·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includes/       header · footer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96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records/        create · edit · delete ·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970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reports/        generate · view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├── students/       create · edit · delete ·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76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  └── dashboard.php   (main entry)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143000"/>
            <a:ext cx="6035040" cy="48463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C2"/>
                </a:solidFill>
                <a:latin typeface="Calibri"/>
              </a:rPr>
              <a:t>⚙  SETUP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411480" cy="41148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85623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Start XAMPP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0"/>
                </a:solidFill>
                <a:latin typeface="Calibri"/>
              </a:rPr>
              <a:t>Launch Apache + MySQL from
XAMPP Control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880360"/>
            <a:ext cx="411480" cy="41148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90779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Import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0"/>
                </a:solidFill>
                <a:latin typeface="Calibri"/>
              </a:rPr>
              <a:t>Open phpMyAdmin → create
'ajim_dashboard' → import schema.sql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931920"/>
            <a:ext cx="411480" cy="41148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9593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Set Admin 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0"/>
                </a:solidFill>
                <a:latin typeface="Calibri"/>
              </a:rPr>
              <a:t>Run password_hash() snippet,
then UPDATE users SET password=...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983479"/>
            <a:ext cx="411480" cy="41148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50109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834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 in Browser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03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0"/>
                </a:solidFill>
                <a:latin typeface="Calibri"/>
              </a:rPr>
              <a:t>Navigate to
http://localhost/ajim/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Grading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Performance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9436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A+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73352"/>
            <a:ext cx="822960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≥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69164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Outstanding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594360" cy="50292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59152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386584"/>
            <a:ext cx="6858000" cy="347472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4048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75–89%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0487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Excellent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26664"/>
            <a:ext cx="594360" cy="502920"/>
          </a:xfrm>
          <a:prstGeom prst="rect">
            <a:avLst/>
          </a:prstGeom>
          <a:solidFill>
            <a:srgbClr val="14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7238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099816"/>
            <a:ext cx="5486400" cy="347472"/>
          </a:xfrm>
          <a:prstGeom prst="rect">
            <a:avLst/>
          </a:prstGeom>
          <a:solidFill>
            <a:srgbClr val="14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11810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60–74%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11810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Good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39896"/>
            <a:ext cx="594360" cy="502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85615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813048"/>
            <a:ext cx="4114800" cy="34747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83133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45–59%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831335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53128"/>
            <a:ext cx="594360" cy="502920"/>
          </a:xfrm>
          <a:prstGeom prst="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98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526280"/>
            <a:ext cx="2743200" cy="347472"/>
          </a:xfrm>
          <a:prstGeom prst="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33–44%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544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Below Avg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66360"/>
            <a:ext cx="594360" cy="502920"/>
          </a:xfrm>
          <a:prstGeom prst="rect">
            <a:avLst/>
          </a:prstGeom>
          <a:solidFill>
            <a:srgbClr val="D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21208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239512"/>
            <a:ext cx="1097280" cy="347472"/>
          </a:xfrm>
          <a:prstGeom prst="rect">
            <a:avLst/>
          </a:prstGeom>
          <a:solidFill>
            <a:srgbClr val="D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2578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&lt; 33%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525780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0"/>
                </a:solidFill>
                <a:latin typeface="Calibri"/>
              </a:rPr>
              <a:t>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005840"/>
            <a:ext cx="2743200" cy="4983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143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CC2"/>
                </a:solidFill>
                <a:latin typeface="Calibri"/>
              </a:rPr>
              <a:t>Auto-Grading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Reports are auto-generated from recorded marks.
The system calculates avg_percentage and assigns the appropriate grade automatically.
No manual calculation needed — just record marks and generate!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CC2"/>
                </a:solidFill>
                <a:latin typeface="Calibri"/>
              </a:rPr>
              <a:t>APAD — Academic Performance Analysis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137160" cy="137160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4023360"/>
            <a:ext cx="137160" cy="137160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4023360"/>
            <a:ext cx="137160" cy="13716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023360"/>
            <a:ext cx="137160" cy="137160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4023360"/>
            <a:ext cx="137160" cy="137160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C0"/>
                </a:solidFill>
                <a:latin typeface="Calibri"/>
              </a:rPr>
              <a:t>PHP 8+ · MySQL · Chart.js · Phosphor Icons · XAMPP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Built with dedication for academic excellence 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APAD  ·  Academic Performance Analysis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